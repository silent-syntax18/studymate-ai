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Comfortaa Bold"/>
      <p:regular r:id="rId201314"/>
    </p:embeddedFont>
    <p:embeddedFont>
      <p:font typeface="Raleway Medium"/>
      <p:regular r:id="rId201315"/>
    </p:embeddedFont>
    <p:embeddedFont>
      <p:font typeface="Raleway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2374007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StudyMate AI: Your Personal AI Tutor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20012" y="3825577"/>
            <a:ext cx="617978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smart, always-on learning assistant built for every student, every subject, every moment.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707727"/>
            <a:ext cx="6179784" cy="508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The Problem Students Face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20012" y="1461492"/>
            <a:ext cx="3008336" cy="2539901"/>
          </a:xfrm>
          <a:prstGeom prst="roundRect">
            <a:avLst>
              <a:gd name="adj" fmla="val 10821"/>
            </a:avLst>
          </a:prstGeom>
          <a:solidFill>
            <a:srgbClr val="46464A"/>
          </a:solidFill>
          <a:ln/>
        </p:spPr>
      </p:sp>
      <p:sp>
        <p:nvSpPr>
          <p:cNvPr id="5" name="Shape 2"/>
          <p:cNvSpPr/>
          <p:nvPr/>
        </p:nvSpPr>
        <p:spPr>
          <a:xfrm>
            <a:off x="903166" y="1644650"/>
            <a:ext cx="549658" cy="549672"/>
          </a:xfrm>
          <a:prstGeom prst="ellipse">
            <a:avLst/>
          </a:prstGeom>
          <a:solidFill>
            <a:srgbClr val="FFE14D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272" y="1795760"/>
            <a:ext cx="247346" cy="2473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3166" y="2357438"/>
            <a:ext cx="2642030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Stuck on a Concept?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03166" y="2709763"/>
            <a:ext cx="2642030" cy="1108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Teachers aren't always available. Waiting until tomorrow's class means falling further behind.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891460" y="1461492"/>
            <a:ext cx="3008336" cy="2539901"/>
          </a:xfrm>
          <a:prstGeom prst="roundRect">
            <a:avLst>
              <a:gd name="adj" fmla="val 10821"/>
            </a:avLst>
          </a:prstGeom>
          <a:solidFill>
            <a:srgbClr val="46464A"/>
          </a:solidFill>
          <a:ln/>
        </p:spPr>
      </p:sp>
      <p:sp>
        <p:nvSpPr>
          <p:cNvPr id="10" name="Shape 6"/>
          <p:cNvSpPr/>
          <p:nvPr/>
        </p:nvSpPr>
        <p:spPr>
          <a:xfrm>
            <a:off x="4074614" y="1644650"/>
            <a:ext cx="549658" cy="549672"/>
          </a:xfrm>
          <a:prstGeom prst="ellipse">
            <a:avLst/>
          </a:prstGeom>
          <a:solidFill>
            <a:srgbClr val="FFE14D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25720" y="1795760"/>
            <a:ext cx="247346" cy="2473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74614" y="2357438"/>
            <a:ext cx="2642030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Drowning in Long Chapters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074614" y="2964259"/>
            <a:ext cx="2642030" cy="831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Struggling to summarize dense material into something actually useful for studying.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720012" y="4164509"/>
            <a:ext cx="6179784" cy="1985665"/>
          </a:xfrm>
          <a:prstGeom prst="roundRect">
            <a:avLst>
              <a:gd name="adj" fmla="val 13842"/>
            </a:avLst>
          </a:prstGeom>
          <a:solidFill>
            <a:srgbClr val="46464A"/>
          </a:solidFill>
          <a:ln/>
        </p:spPr>
      </p:sp>
      <p:sp>
        <p:nvSpPr>
          <p:cNvPr id="15" name="Shape 10"/>
          <p:cNvSpPr/>
          <p:nvPr/>
        </p:nvSpPr>
        <p:spPr>
          <a:xfrm>
            <a:off x="903166" y="4347666"/>
            <a:ext cx="549658" cy="549672"/>
          </a:xfrm>
          <a:prstGeom prst="ellipse">
            <a:avLst/>
          </a:prstGeom>
          <a:solidFill>
            <a:srgbClr val="FFE14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4272" y="4498777"/>
            <a:ext cx="247346" cy="2473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3166" y="5060454"/>
            <a:ext cx="5813478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Need Help Right Now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903166" y="5412780"/>
            <a:ext cx="5813478" cy="554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When you're stuck at midnight before an exam, you need instant answers — not tomorrow's class.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361406"/>
            <a:ext cx="3436852" cy="21351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65050" y="1770559"/>
            <a:ext cx="1389524" cy="312638"/>
          </a:xfrm>
          <a:prstGeom prst="roundRect">
            <a:avLst>
              <a:gd name="adj" fmla="val 49999"/>
            </a:avLst>
          </a:prstGeom>
          <a:solidFill>
            <a:srgbClr val="4D4000"/>
          </a:solidFill>
          <a:ln/>
        </p:spPr>
      </p:sp>
      <p:sp>
        <p:nvSpPr>
          <p:cNvPr id="4" name="Text 1"/>
          <p:cNvSpPr/>
          <p:nvPr/>
        </p:nvSpPr>
        <p:spPr>
          <a:xfrm>
            <a:off x="4788475" y="1832273"/>
            <a:ext cx="175225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INTRODUCING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665050" y="2165449"/>
            <a:ext cx="6812883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Meet StudyMate AI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4665050" y="2942630"/>
            <a:ext cx="6812883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StudyMate AI is a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multi-subject AI learning assistant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powered by advanced large language models — built to give every student the support they deserve.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665050" y="4115395"/>
            <a:ext cx="6812883" cy="1131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Instant answers across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any academic subject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Powered by cutting-edge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LLM technology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Available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24/7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on any device, anywhere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783233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How It Works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8389" y="1766193"/>
            <a:ext cx="6314818" cy="3747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3608" y="4527216"/>
            <a:ext cx="1569732" cy="537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Instant Answer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5355314" y="4661614"/>
            <a:ext cx="1569732" cy="268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AI Analyzes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3344767" y="4527216"/>
            <a:ext cx="1569732" cy="537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Type Question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20012" y="5745559"/>
            <a:ext cx="1136125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Simple, fast, and designed for real students. No setup, no complexity — just ask and learn.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359793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Feature 1: All-Subject Assistance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342753"/>
            <a:ext cx="1501440" cy="15014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4101405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Math &amp; Sciences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20012" y="4510584"/>
            <a:ext cx="341244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From calculus to chemistry, get step-by-step breakdowns instantly.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625" y="2342753"/>
            <a:ext cx="1501440" cy="15014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625" y="4101405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Humanities &amp; Literature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4389625" y="4510584"/>
            <a:ext cx="341244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Analyze texts, understand history, and explore languages with ease.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238" y="2342753"/>
            <a:ext cx="1501440" cy="150147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59238" y="4101405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Technology &amp; More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8059238" y="4510584"/>
            <a:ext cx="341244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One app that replaces multiple tutoring tools — your all-in-one virtual tutor.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237456"/>
            <a:ext cx="681288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Feature 2: Instant Doubt Clearing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20012" y="2586137"/>
            <a:ext cx="6812883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Ask any question and receive a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clear, structured explanation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in seconds. No appointment needed. No waiting for teacher availability.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0012" y="3429695"/>
            <a:ext cx="6812883" cy="1131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Complex concepts broken into simple language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Structured answers that are easy to follow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Responses available the moment you need them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0012" y="4792563"/>
            <a:ext cx="6812883" cy="802283"/>
          </a:xfrm>
          <a:prstGeom prst="roundRect">
            <a:avLst>
              <a:gd name="adj" fmla="val 38466"/>
            </a:avLst>
          </a:prstGeom>
          <a:solidFill>
            <a:srgbClr val="806A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688" y="5098256"/>
            <a:ext cx="257169" cy="205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8532" y="5029101"/>
            <a:ext cx="6548274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No more waiting. Help arrives the instant you ask.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082" y="2462312"/>
            <a:ext cx="3436852" cy="19332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792163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Feature 3: Smart Summarization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20012" y="2243733"/>
            <a:ext cx="2987005" cy="2137370"/>
          </a:xfrm>
          <a:prstGeom prst="roundRect">
            <a:avLst>
              <a:gd name="adj" fmla="val 14438"/>
            </a:avLst>
          </a:prstGeom>
          <a:solidFill>
            <a:srgbClr val="46464A"/>
          </a:solidFill>
          <a:ln/>
        </p:spPr>
      </p:sp>
      <p:sp>
        <p:nvSpPr>
          <p:cNvPr id="5" name="Text 2"/>
          <p:cNvSpPr/>
          <p:nvPr/>
        </p:nvSpPr>
        <p:spPr>
          <a:xfrm>
            <a:off x="925688" y="2449413"/>
            <a:ext cx="257565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📖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Long Chapters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25688" y="2858591"/>
            <a:ext cx="2575654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Paste any dense reading and get a concise, digestible bullet-point breakdown instantly.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912693" y="2243733"/>
            <a:ext cx="2987104" cy="2137370"/>
          </a:xfrm>
          <a:prstGeom prst="roundRect">
            <a:avLst>
              <a:gd name="adj" fmla="val 14438"/>
            </a:avLst>
          </a:prstGeom>
          <a:solidFill>
            <a:srgbClr val="46464A"/>
          </a:solidFill>
          <a:ln/>
        </p:spPr>
      </p:sp>
      <p:sp>
        <p:nvSpPr>
          <p:cNvPr id="8" name="Text 5"/>
          <p:cNvSpPr/>
          <p:nvPr/>
        </p:nvSpPr>
        <p:spPr>
          <a:xfrm>
            <a:off x="4118368" y="2449413"/>
            <a:ext cx="257575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📝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Study Notes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118368" y="2858591"/>
            <a:ext cx="2575754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Transform your rough notes into polished quick-reference guides for exam prep.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20012" y="4586784"/>
            <a:ext cx="6179784" cy="1478955"/>
          </a:xfrm>
          <a:prstGeom prst="roundRect">
            <a:avLst>
              <a:gd name="adj" fmla="val 20866"/>
            </a:avLst>
          </a:prstGeom>
          <a:solidFill>
            <a:srgbClr val="46464A"/>
          </a:solidFill>
          <a:ln/>
        </p:spPr>
      </p:sp>
      <p:sp>
        <p:nvSpPr>
          <p:cNvPr id="11" name="Text 8"/>
          <p:cNvSpPr/>
          <p:nvPr/>
        </p:nvSpPr>
        <p:spPr>
          <a:xfrm>
            <a:off x="925688" y="4792464"/>
            <a:ext cx="576843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Master Faster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25688" y="5201642"/>
            <a:ext cx="576843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Spend less time re-reading and more time truly understanding difficult topics.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462312"/>
            <a:ext cx="3436852" cy="193327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65050" y="1230610"/>
            <a:ext cx="1108841" cy="312638"/>
          </a:xfrm>
          <a:prstGeom prst="roundRect">
            <a:avLst>
              <a:gd name="adj" fmla="val 49999"/>
            </a:avLst>
          </a:prstGeom>
          <a:solidFill>
            <a:srgbClr val="4D4000"/>
          </a:solidFill>
          <a:ln/>
        </p:spPr>
      </p:sp>
      <p:sp>
        <p:nvSpPr>
          <p:cNvPr id="4" name="Text 1"/>
          <p:cNvSpPr/>
          <p:nvPr/>
        </p:nvSpPr>
        <p:spPr>
          <a:xfrm>
            <a:off x="4788475" y="1292324"/>
            <a:ext cx="1471576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FEATURE 4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665050" y="1625501"/>
            <a:ext cx="6812883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Accessible Anywhere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4665050" y="2402681"/>
            <a:ext cx="6812883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StudyMate AI is hosted live on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Streamlit Cloud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meaning there's nothing to install, configure, or download.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65050" y="3292475"/>
            <a:ext cx="6812883" cy="1131491"/>
          </a:xfrm>
          <a:prstGeom prst="roundRect">
            <a:avLst>
              <a:gd name="adj" fmla="val 27274"/>
            </a:avLst>
          </a:prstGeom>
          <a:solidFill>
            <a:srgbClr val="183A1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725" y="3598168"/>
            <a:ext cx="257169" cy="205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33569" y="3529013"/>
            <a:ext cx="5938689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Zero Installation Required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Open it instantly from any browser.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665050" y="4655344"/>
            <a:ext cx="6812883" cy="1131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Access via a simple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web link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on any device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Works on phones, tablets, and laptops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Just open your browser and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start learning immediately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909862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Why StudyMate AI Stands Out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2892822"/>
            <a:ext cx="514337" cy="5143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1518" y="2892822"/>
            <a:ext cx="264093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All-in-One Intelligence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491518" y="3587750"/>
            <a:ext cx="2640939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Combines every tutoring need into a single intelligent platform — no juggling multiple apps.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625" y="2892822"/>
            <a:ext cx="514337" cy="5143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61131" y="2892822"/>
            <a:ext cx="264093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Real-Time Responses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5161131" y="3302000"/>
            <a:ext cx="2640939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Powered by cutting-edge AI, answers arrive in real time — as fast as you can type the question.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59238" y="2892822"/>
            <a:ext cx="514337" cy="5143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30744" y="2892822"/>
            <a:ext cx="264093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Built for Students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8830744" y="3302000"/>
            <a:ext cx="2640939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Designed specifically around student learning patterns — clear, structured, and always encouraging.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757634"/>
            <a:ext cx="61797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Perfect For Every Student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20012" y="1637705"/>
            <a:ext cx="617978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Whether you're stuck, cramming, or just curious — StudyMate AI is ready for you.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20012" y="2527498"/>
            <a:ext cx="6179784" cy="3572867"/>
          </a:xfrm>
          <a:prstGeom prst="roundRect">
            <a:avLst>
              <a:gd name="adj" fmla="val 8637"/>
            </a:avLst>
          </a:prstGeom>
          <a:solidFill>
            <a:srgbClr val="46464A"/>
          </a:solidFill>
          <a:ln/>
        </p:spPr>
      </p:sp>
      <p:sp>
        <p:nvSpPr>
          <p:cNvPr id="6" name="Shape 3"/>
          <p:cNvSpPr/>
          <p:nvPr/>
        </p:nvSpPr>
        <p:spPr>
          <a:xfrm>
            <a:off x="720012" y="2527498"/>
            <a:ext cx="3089892" cy="2093913"/>
          </a:xfrm>
          <a:custGeom>
            <a:avLst/>
            <a:gdLst/>
            <a:ahLst/>
            <a:cxnLst/>
            <a:rect l="l" t="t" r="r" b="b"/>
            <a:pathLst>
              <a:path w="3089892" h="2093913">
                <a:moveTo>
                  <a:pt x="257169" y="0"/>
                </a:moveTo>
                <a:lnTo>
                  <a:pt x="3089892" y="0"/>
                </a:lnTo>
                <a:lnTo>
                  <a:pt x="3089892" y="2093913"/>
                </a:lnTo>
                <a:lnTo>
                  <a:pt x="0" y="2093913"/>
                </a:lnTo>
                <a:lnTo>
                  <a:pt x="0" y="257175"/>
                </a:lnTo>
                <a:arcTo hR="257175" wR="257169" stAng="10800000" swAng="5400000"/>
                <a:close/>
              </a:path>
            </a:pathLst>
          </a:custGeom>
          <a:solidFill>
            <a:srgbClr val="46464A"/>
          </a:solidFill>
          <a:ln/>
        </p:spPr>
      </p:sp>
      <p:sp>
        <p:nvSpPr>
          <p:cNvPr id="7" name="Text 4"/>
          <p:cNvSpPr/>
          <p:nvPr/>
        </p:nvSpPr>
        <p:spPr>
          <a:xfrm>
            <a:off x="925688" y="2733179"/>
            <a:ext cx="267854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🤔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Struggling with Concepts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25688" y="3428107"/>
            <a:ext cx="2678542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Get clear, instant explanations for any topic that's giving you trouble.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09905" y="2527498"/>
            <a:ext cx="3089892" cy="2093913"/>
          </a:xfrm>
          <a:custGeom>
            <a:avLst/>
            <a:gdLst/>
            <a:ahLst/>
            <a:cxnLst/>
            <a:rect l="l" t="t" r="r" b="b"/>
            <a:pathLst>
              <a:path w="3089892" h="2093913">
                <a:moveTo>
                  <a:pt x="0" y="0"/>
                </a:moveTo>
                <a:lnTo>
                  <a:pt x="2832724" y="0"/>
                </a:lnTo>
                <a:arcTo hR="257175" wR="257169" stAng="16200000" swAng="5400000"/>
                <a:lnTo>
                  <a:pt x="3089892" y="2093913"/>
                </a:lnTo>
                <a:lnTo>
                  <a:pt x="0" y="2093913"/>
                </a:lnTo>
                <a:lnTo>
                  <a:pt x="0" y="0"/>
                </a:lnTo>
                <a:close/>
              </a:path>
            </a:pathLst>
          </a:custGeom>
          <a:solidFill>
            <a:srgbClr val="46464A"/>
          </a:solidFill>
          <a:ln/>
        </p:spPr>
      </p:sp>
      <p:sp>
        <p:nvSpPr>
          <p:cNvPr id="10" name="Shape 7"/>
          <p:cNvSpPr/>
          <p:nvPr/>
        </p:nvSpPr>
        <p:spPr>
          <a:xfrm>
            <a:off x="3809905" y="2527498"/>
            <a:ext cx="25399" cy="2093913"/>
          </a:xfrm>
          <a:prstGeom prst="roundRect">
            <a:avLst>
              <a:gd name="adj" fmla="val 50001"/>
            </a:avLst>
          </a:prstGeom>
          <a:solidFill>
            <a:srgbClr val="5F5F63"/>
          </a:solidFill>
          <a:ln/>
        </p:spPr>
      </p:sp>
      <p:sp>
        <p:nvSpPr>
          <p:cNvPr id="11" name="Text 8"/>
          <p:cNvSpPr/>
          <p:nvPr/>
        </p:nvSpPr>
        <p:spPr>
          <a:xfrm>
            <a:off x="4015580" y="2733179"/>
            <a:ext cx="267854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📅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Exam Preparation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015580" y="3142357"/>
            <a:ext cx="2678542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Generate quick summaries and review key points before any test.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20012" y="4621411"/>
            <a:ext cx="6179784" cy="1478955"/>
          </a:xfrm>
          <a:custGeom>
            <a:avLst/>
            <a:gdLst/>
            <a:ahLst/>
            <a:cxnLst/>
            <a:rect l="l" t="t" r="r" b="b"/>
            <a:pathLst>
              <a:path w="6179784" h="1478955">
                <a:moveTo>
                  <a:pt x="0" y="0"/>
                </a:moveTo>
                <a:lnTo>
                  <a:pt x="6179784" y="0"/>
                </a:lnTo>
                <a:lnTo>
                  <a:pt x="6179784" y="1221780"/>
                </a:lnTo>
                <a:arcTo hR="257175" wR="257169" stAng="0" swAng="5400000"/>
                <a:lnTo>
                  <a:pt x="257169" y="1478955"/>
                </a:lnTo>
                <a:arcTo hR="257175" wR="257169" stAng="5400000" swAng="5400000"/>
                <a:lnTo>
                  <a:pt x="0" y="0"/>
                </a:lnTo>
                <a:close/>
              </a:path>
            </a:pathLst>
          </a:custGeom>
          <a:solidFill>
            <a:srgbClr val="46464A"/>
          </a:solidFill>
          <a:ln/>
        </p:spPr>
      </p:sp>
      <p:sp>
        <p:nvSpPr>
          <p:cNvPr id="14" name="Shape 11"/>
          <p:cNvSpPr/>
          <p:nvPr/>
        </p:nvSpPr>
        <p:spPr>
          <a:xfrm>
            <a:off x="720012" y="4621411"/>
            <a:ext cx="6179784" cy="25400"/>
          </a:xfrm>
          <a:prstGeom prst="roundRect">
            <a:avLst>
              <a:gd name="adj" fmla="val 49999"/>
            </a:avLst>
          </a:prstGeom>
          <a:solidFill>
            <a:srgbClr val="5F5F63"/>
          </a:solidFill>
          <a:ln/>
        </p:spPr>
      </p:sp>
      <p:sp>
        <p:nvSpPr>
          <p:cNvPr id="15" name="Text 12"/>
          <p:cNvSpPr/>
          <p:nvPr/>
        </p:nvSpPr>
        <p:spPr>
          <a:xfrm>
            <a:off x="925688" y="4827091"/>
            <a:ext cx="576843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On-Demand Support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925688" y="5236270"/>
            <a:ext cx="576843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Personalized academic help, available anytime you need it — no appointment required.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85391"/>
            <a:ext cx="10751670" cy="562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Meet Our Team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20012" y="1546622"/>
            <a:ext cx="11361255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Meet the Team - The talented minds behind StudyMate AI, dedicated to transforming student learning.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20012" y="2092325"/>
            <a:ext cx="3450940" cy="1990427"/>
          </a:xfrm>
          <a:prstGeom prst="roundRect">
            <a:avLst>
              <a:gd name="adj" fmla="val 15262"/>
            </a:avLst>
          </a:prstGeom>
          <a:solidFill>
            <a:srgbClr val="46464A"/>
          </a:solidFill>
          <a:ln/>
        </p:spPr>
      </p:sp>
      <p:sp>
        <p:nvSpPr>
          <p:cNvPr id="5" name="Shape 3"/>
          <p:cNvSpPr/>
          <p:nvPr/>
        </p:nvSpPr>
        <p:spPr>
          <a:xfrm>
            <a:off x="922513" y="2294830"/>
            <a:ext cx="607501" cy="607516"/>
          </a:xfrm>
          <a:prstGeom prst="ellipse">
            <a:avLst/>
          </a:prstGeom>
          <a:solidFill>
            <a:srgbClr val="FFE14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9593" y="2461816"/>
            <a:ext cx="273341" cy="2733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2513" y="3101677"/>
            <a:ext cx="3045939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Rameen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22513" y="3558778"/>
            <a:ext cx="304593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Leader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370278" y="2092325"/>
            <a:ext cx="3451039" cy="1990427"/>
          </a:xfrm>
          <a:prstGeom prst="roundRect">
            <a:avLst>
              <a:gd name="adj" fmla="val 15262"/>
            </a:avLst>
          </a:prstGeom>
          <a:solidFill>
            <a:srgbClr val="46464A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779" y="2294830"/>
            <a:ext cx="607501" cy="607516"/>
          </a:xfrm>
          <a:prstGeom prst="ellipse">
            <a:avLst/>
          </a:prstGeom>
          <a:solidFill>
            <a:srgbClr val="FFE14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859" y="2461816"/>
            <a:ext cx="273341" cy="2733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779" y="3101677"/>
            <a:ext cx="3046039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Afshan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572779" y="3558778"/>
            <a:ext cx="304603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Team Member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8020643" y="2092325"/>
            <a:ext cx="3450940" cy="1990427"/>
          </a:xfrm>
          <a:prstGeom prst="roundRect">
            <a:avLst>
              <a:gd name="adj" fmla="val 15262"/>
            </a:avLst>
          </a:prstGeom>
          <a:solidFill>
            <a:srgbClr val="46464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3144" y="2294830"/>
            <a:ext cx="607501" cy="607516"/>
          </a:xfrm>
          <a:prstGeom prst="ellipse">
            <a:avLst/>
          </a:prstGeom>
          <a:solidFill>
            <a:srgbClr val="FFE14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90224" y="2461816"/>
            <a:ext cx="273341" cy="2733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3144" y="3101677"/>
            <a:ext cx="3045939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Sadia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223144" y="3558778"/>
            <a:ext cx="304593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Team Member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720012" y="4282083"/>
            <a:ext cx="5276123" cy="1990427"/>
          </a:xfrm>
          <a:prstGeom prst="roundRect">
            <a:avLst>
              <a:gd name="adj" fmla="val 15262"/>
            </a:avLst>
          </a:prstGeom>
          <a:solidFill>
            <a:srgbClr val="46464A"/>
          </a:solidFill>
          <a:ln/>
        </p:spPr>
      </p:sp>
      <p:sp>
        <p:nvSpPr>
          <p:cNvPr id="20" name="Shape 15"/>
          <p:cNvSpPr/>
          <p:nvPr/>
        </p:nvSpPr>
        <p:spPr>
          <a:xfrm>
            <a:off x="922513" y="4484588"/>
            <a:ext cx="607501" cy="607516"/>
          </a:xfrm>
          <a:prstGeom prst="ellipse">
            <a:avLst/>
          </a:prstGeom>
          <a:solidFill>
            <a:srgbClr val="FFE14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9593" y="4651573"/>
            <a:ext cx="273341" cy="2733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2513" y="5291435"/>
            <a:ext cx="4871122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Sabiha</a:t>
            </a:r>
            <a:endParaRPr lang="en-US" sz="2100" dirty="0"/>
          </a:p>
        </p:txBody>
      </p:sp>
      <p:sp>
        <p:nvSpPr>
          <p:cNvPr id="23" name="Text 17"/>
          <p:cNvSpPr/>
          <p:nvPr/>
        </p:nvSpPr>
        <p:spPr>
          <a:xfrm>
            <a:off x="922513" y="5748536"/>
            <a:ext cx="4871122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Team Member</a:t>
            </a:r>
            <a:endParaRPr lang="en-US" sz="1550" dirty="0"/>
          </a:p>
        </p:txBody>
      </p:sp>
      <p:sp>
        <p:nvSpPr>
          <p:cNvPr id="24" name="Shape 18"/>
          <p:cNvSpPr/>
          <p:nvPr/>
        </p:nvSpPr>
        <p:spPr>
          <a:xfrm>
            <a:off x="6195461" y="4282083"/>
            <a:ext cx="5276123" cy="1990427"/>
          </a:xfrm>
          <a:prstGeom prst="roundRect">
            <a:avLst>
              <a:gd name="adj" fmla="val 15262"/>
            </a:avLst>
          </a:prstGeom>
          <a:solidFill>
            <a:srgbClr val="46464A"/>
          </a:solidFill>
          <a:ln/>
        </p:spPr>
      </p:sp>
      <p:sp>
        <p:nvSpPr>
          <p:cNvPr id="25" name="Shape 19"/>
          <p:cNvSpPr/>
          <p:nvPr/>
        </p:nvSpPr>
        <p:spPr>
          <a:xfrm>
            <a:off x="6397961" y="4484588"/>
            <a:ext cx="607501" cy="607516"/>
          </a:xfrm>
          <a:prstGeom prst="ellipse">
            <a:avLst/>
          </a:prstGeom>
          <a:solidFill>
            <a:srgbClr val="FFE14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65041" y="4651573"/>
            <a:ext cx="273341" cy="2733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97961" y="5291435"/>
            <a:ext cx="4871122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Samina</a:t>
            </a:r>
            <a:endParaRPr lang="en-US" sz="2100" dirty="0"/>
          </a:p>
        </p:txBody>
      </p:sp>
      <p:sp>
        <p:nvSpPr>
          <p:cNvPr id="28" name="Text 21"/>
          <p:cNvSpPr/>
          <p:nvPr/>
        </p:nvSpPr>
        <p:spPr>
          <a:xfrm>
            <a:off x="6397961" y="5748536"/>
            <a:ext cx="4871122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Team Member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2026-09-12T12:48:39Z</dcterms:created>
  <dcterms:modified xsi:type="dcterms:W3CDTF">2026-09-12T12:48:39Z</dcterms:modified>
</cp:coreProperties>
</file>